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941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D43627-436D-20CE-D567-D9084BBCE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DB78B4C-C52A-B274-D94D-220F4AEBD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D058AD-CAA0-AB83-2BFE-C66DB6D6A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A8B30-1532-4BC0-9911-AC4BE53EA37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1CB353-0272-3C83-D30E-CC9AC94C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43AA0-C456-1151-EFF6-D489DE08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2B9EF-0FB2-40A6-BA54-70699572C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5067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C51D29-15A0-C204-1757-7292CFBD6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BE28D1-0B70-0BF6-CD80-E1DCF93E7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78C9E8-B08B-EEE1-6768-53CC75F0F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A8B30-1532-4BC0-9911-AC4BE53EA37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6FAF7F-26BF-BD1A-58E7-A3BFA4185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5E2389-433C-CFC3-C92D-D06988608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2B9EF-0FB2-40A6-BA54-70699572C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34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BBD34-AE1A-9922-AE4A-0E1A41AF5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AA2DC3-B99D-D0C5-E0A1-383637859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5D02CF-EFE1-E42D-64CC-2D884782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A8B30-1532-4BC0-9911-AC4BE53EA37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5B31A4-2C10-BE90-23FA-887375657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88DF0B-6BC9-AA41-D831-DFDD0586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2B9EF-0FB2-40A6-BA54-70699572C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4047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E0C3E2-EFE0-71D7-270A-BA82C0E72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A16C1F-3BB9-E865-BA29-713E8D2B7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68341B0-A8A1-5B4A-D0AF-4CAA079BD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1533DD-0633-E0B0-A9BE-6B4A4EED0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A8B30-1532-4BC0-9911-AC4BE53EA37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867D53-21A2-CBB2-0E16-E52CBBBA3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710B421-6840-E0A9-DFE5-440E43D67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2B9EF-0FB2-40A6-BA54-70699572C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8BE2F9-6FDB-B769-9000-5218CDBD7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99730-5BB3-93D4-FD90-0A83303B8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A433732-DCC5-95ED-28CB-655D04BDD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E1DBB2-F8B2-69A8-75FA-DC39A1450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124520D-7C68-926D-7878-7188B0391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C878C17-5638-7935-3806-58B9EAF8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A8B30-1532-4BC0-9911-AC4BE53EA37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B8E572A-8D92-6466-191A-AF9833F1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F9CD60A-8763-748E-DE1C-2B0E8DC1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2B9EF-0FB2-40A6-BA54-70699572C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708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A0BA26-6374-91F1-5566-D420EE495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BC1F1FE-A6F8-7A89-681A-05F7AF3B0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A8B30-1532-4BC0-9911-AC4BE53EA37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5607E21-AD66-A0A5-E488-96433A024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3869C23-8BA0-625C-3908-3BE097ACA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2B9EF-0FB2-40A6-BA54-70699572C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1560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D2FB72-EEBB-148B-7A63-AA3A99BBC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A8B30-1532-4BC0-9911-AC4BE53EA37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4B0A3D1-8D80-9195-CBA5-F0BF6966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9148D6-7490-634C-CF03-FDB6B209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2B9EF-0FB2-40A6-BA54-70699572C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1241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62BB96-1A7E-B14F-9347-416A90106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513F06-2653-9426-4DF8-A6277F5C5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056378E-5BB8-0F6A-9416-84D2CE1EF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23A005-808E-3D90-9D3F-D77E667F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A8B30-1532-4BC0-9911-AC4BE53EA37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96EBB05-D7F2-7ED9-D105-44F8A122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84A2E8-AAC2-A8EE-AEE7-C83014E1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2B9EF-0FB2-40A6-BA54-70699572C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8336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4051A0-0679-7B38-67F9-BE851715C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8E56DAF-2597-2EBB-D218-40A761E90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C0BE7F-33D4-C20F-8255-485C793A4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44CE2B-AAA2-EE04-D6B1-A2A5D3344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A8B30-1532-4BC0-9911-AC4BE53EA37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303C89-8E36-1119-E2F3-4422A6B3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FAB432-407B-8090-BB13-4B01F248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2B9EF-0FB2-40A6-BA54-70699572C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4849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90B0FB-D89B-5CAE-E7A8-A065201C7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A9D83AA-A413-8788-B6EE-AE4373A74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38EF12-619E-D31A-C450-B8CD62DF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A8B30-1532-4BC0-9911-AC4BE53EA37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C10067-92D5-A16C-2DF2-CFEF22644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88F84E-843E-5DBC-1441-948E1F93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2B9EF-0FB2-40A6-BA54-70699572C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4315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A47FC66-CF93-7112-19D1-A5F36F521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686B5CF-56F1-93E6-D2A6-A6BB206A0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1EB52B-BA14-AF54-5FC9-C8E61CFF7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A8B30-1532-4BC0-9911-AC4BE53EA37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EEC88A-78AC-330C-5936-A3189AA89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296A6D-271A-D30B-87BE-6A5C01D76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2B9EF-0FB2-40A6-BA54-70699572C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6428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074A481-D1A5-D99D-F9B0-1BCC64DC40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4670435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330" imgH="330" progId="TCLayout.ActiveDocument.1">
                  <p:embed/>
                </p:oleObj>
              </mc:Choice>
              <mc:Fallback>
                <p:oleObj name="think-cell Folie" r:id="rId14" imgW="330" imgH="3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315CF71-DDC5-DBDE-2C64-AEC8EE7EF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D9F861-02BB-4E6B-66C3-EF1A6314E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50C4E7-6E66-9914-F6F1-4344325D8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2A8B30-1532-4BC0-9911-AC4BE53EA374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E915B5-0C3D-359F-7921-5BF2B13D88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1822CB-CB90-8552-1E4A-7A4511609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2B9EF-0FB2-40A6-BA54-70699572C4E0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86AB0D4-5A64-FB31-0EE7-CD75D7A90E7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404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B4C9537-05E3-8D90-BD2E-6F90F3FC60D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782602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30" imgH="330" progId="TCLayout.ActiveDocument.1">
                  <p:embed/>
                </p:oleObj>
              </mc:Choice>
              <mc:Fallback>
                <p:oleObj name="think-cell Folie" r:id="rId3" imgW="330" imgH="3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7F6D970-E95A-2149-43CA-062D60B6C1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de-DE" dirty="0"/>
              <a:t>Beispiel PPTX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1FC020C-5589-0508-B171-F563A23533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096552"/>
            <a:ext cx="9144000" cy="174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8995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1c9b508-7c6e-42bd-bedf-808292653d6c}" enabled="1" method="Standard" siteId="{2882be50-2012-4d88-ac86-544124e120c8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think-cell Folie</vt:lpstr>
      <vt:lpstr>Beispiel PPTX</vt:lpstr>
    </vt:vector>
  </TitlesOfParts>
  <Company>Volkswagen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Mueller, Tobias Carsten, Dr. (EKEK/1)</dc:creator>
  <cp:lastModifiedBy>Mueller, Tobias Carsten, Dr. (EKEK/1)</cp:lastModifiedBy>
  <cp:revision>1</cp:revision>
  <dcterms:created xsi:type="dcterms:W3CDTF">2026-02-08T23:46:12Z</dcterms:created>
  <dcterms:modified xsi:type="dcterms:W3CDTF">2026-02-08T23:46:37Z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Office:10</vt:lpwstr>
  </property>
  <property fmtid="{D5CDD505-2E9C-101B-9397-08002B2CF9AE}" pid="3" name="ClassificationContentMarkingFooterText">
    <vt:lpwstr>INTERNAL</vt:lpwstr>
  </property>
</Properties>
</file>